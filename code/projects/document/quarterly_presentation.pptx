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our Q4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customer growth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2024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AnikaLang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exceeded targets by 15%</a:t>
            </a:r>
          </a:p>
          <a:p>
            <a:r>
              <a:t>Customer acquisition up 200%</a:t>
            </a:r>
          </a:p>
          <a:p>
            <a:r>
              <a:t>Product satisfaction at 94%</a:t>
            </a:r>
          </a:p>
          <a:p>
            <a:r>
              <a:t>New markets launched in 3 regions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Financial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Change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+19%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$1.98M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